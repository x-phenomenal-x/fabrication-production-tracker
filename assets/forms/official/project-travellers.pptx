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57" r:id="rId7"/>
    <p:sldId id="258" r:id="rId8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C3DBB6-08E3-4215-98E7-7A121857FD86}" type="doc">
      <dgm:prSet loTypeId="urn:diagrams.loki3.com/VaryingWidth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5C5AB09F-8DD3-47A0-B816-1B8E7DB4FF7D}">
      <dgm:prSet custT="1"/>
      <dgm:spPr/>
      <dgm:t>
        <a:bodyPr/>
        <a:lstStyle/>
        <a:p>
          <a:r>
            <a:rPr lang="en-CA" sz="9600" dirty="0"/>
            <a:t>996 - Notting Hill</a:t>
          </a:r>
        </a:p>
      </dgm:t>
    </dgm:pt>
    <dgm:pt modelId="{AEC03FE1-0C0C-47EF-BD67-19DECCF7CA8E}" type="parTrans" cxnId="{4396C99D-7B08-42A1-9D13-A302A5EDADC9}">
      <dgm:prSet/>
      <dgm:spPr/>
      <dgm:t>
        <a:bodyPr/>
        <a:lstStyle/>
        <a:p>
          <a:endParaRPr lang="en-CA"/>
        </a:p>
      </dgm:t>
    </dgm:pt>
    <dgm:pt modelId="{1DAC19A5-4CD3-4C4D-9FE5-8431A9EDB6E7}" type="sibTrans" cxnId="{4396C99D-7B08-42A1-9D13-A302A5EDADC9}">
      <dgm:prSet/>
      <dgm:spPr/>
      <dgm:t>
        <a:bodyPr/>
        <a:lstStyle/>
        <a:p>
          <a:endParaRPr lang="en-CA"/>
        </a:p>
      </dgm:t>
    </dgm:pt>
    <dgm:pt modelId="{F2791990-9CD0-445D-B9EA-4F248EAF1AB1}" type="pres">
      <dgm:prSet presAssocID="{A8C3DBB6-08E3-4215-98E7-7A121857FD86}" presName="Name0" presStyleCnt="0">
        <dgm:presLayoutVars>
          <dgm:resizeHandles/>
        </dgm:presLayoutVars>
      </dgm:prSet>
      <dgm:spPr/>
    </dgm:pt>
    <dgm:pt modelId="{EDFEFF55-B7F2-4EEA-AACA-B13622F2B44E}" type="pres">
      <dgm:prSet presAssocID="{5C5AB09F-8DD3-47A0-B816-1B8E7DB4FF7D}" presName="text" presStyleLbl="node1" presStyleIdx="0" presStyleCnt="1" custScaleX="207857">
        <dgm:presLayoutVars>
          <dgm:bulletEnabled val="1"/>
        </dgm:presLayoutVars>
      </dgm:prSet>
      <dgm:spPr/>
    </dgm:pt>
  </dgm:ptLst>
  <dgm:cxnLst>
    <dgm:cxn modelId="{C464565B-B0CB-423D-8644-EA72E840BCEC}" type="presOf" srcId="{A8C3DBB6-08E3-4215-98E7-7A121857FD86}" destId="{F2791990-9CD0-445D-B9EA-4F248EAF1AB1}" srcOrd="0" destOrd="0" presId="urn:diagrams.loki3.com/VaryingWidthList"/>
    <dgm:cxn modelId="{72BAFC95-EB4D-450E-9370-07B51BD41DA1}" type="presOf" srcId="{5C5AB09F-8DD3-47A0-B816-1B8E7DB4FF7D}" destId="{EDFEFF55-B7F2-4EEA-AACA-B13622F2B44E}" srcOrd="0" destOrd="0" presId="urn:diagrams.loki3.com/VaryingWidthList"/>
    <dgm:cxn modelId="{4396C99D-7B08-42A1-9D13-A302A5EDADC9}" srcId="{A8C3DBB6-08E3-4215-98E7-7A121857FD86}" destId="{5C5AB09F-8DD3-47A0-B816-1B8E7DB4FF7D}" srcOrd="0" destOrd="0" parTransId="{AEC03FE1-0C0C-47EF-BD67-19DECCF7CA8E}" sibTransId="{1DAC19A5-4CD3-4C4D-9FE5-8431A9EDB6E7}"/>
    <dgm:cxn modelId="{0D0FC7B3-777B-4288-9EAA-D08698E0DA20}" type="presParOf" srcId="{F2791990-9CD0-445D-B9EA-4F248EAF1AB1}" destId="{EDFEFF55-B7F2-4EEA-AACA-B13622F2B44E}" srcOrd="0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C3DBB6-08E3-4215-98E7-7A121857FD86}" type="doc">
      <dgm:prSet loTypeId="urn:diagrams.loki3.com/VaryingWidth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5C5AB09F-8DD3-47A0-B816-1B8E7DB4FF7D}">
      <dgm:prSet custT="1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n-CA" sz="9600" dirty="0"/>
            <a:t>1086 - Stella 2</a:t>
          </a:r>
        </a:p>
      </dgm:t>
    </dgm:pt>
    <dgm:pt modelId="{AEC03FE1-0C0C-47EF-BD67-19DECCF7CA8E}" type="parTrans" cxnId="{4396C99D-7B08-42A1-9D13-A302A5EDADC9}">
      <dgm:prSet/>
      <dgm:spPr/>
      <dgm:t>
        <a:bodyPr/>
        <a:lstStyle/>
        <a:p>
          <a:endParaRPr lang="en-CA"/>
        </a:p>
      </dgm:t>
    </dgm:pt>
    <dgm:pt modelId="{1DAC19A5-4CD3-4C4D-9FE5-8431A9EDB6E7}" type="sibTrans" cxnId="{4396C99D-7B08-42A1-9D13-A302A5EDADC9}">
      <dgm:prSet/>
      <dgm:spPr/>
      <dgm:t>
        <a:bodyPr/>
        <a:lstStyle/>
        <a:p>
          <a:endParaRPr lang="en-CA"/>
        </a:p>
      </dgm:t>
    </dgm:pt>
    <dgm:pt modelId="{F2791990-9CD0-445D-B9EA-4F248EAF1AB1}" type="pres">
      <dgm:prSet presAssocID="{A8C3DBB6-08E3-4215-98E7-7A121857FD86}" presName="Name0" presStyleCnt="0">
        <dgm:presLayoutVars>
          <dgm:resizeHandles/>
        </dgm:presLayoutVars>
      </dgm:prSet>
      <dgm:spPr/>
    </dgm:pt>
    <dgm:pt modelId="{EDFEFF55-B7F2-4EEA-AACA-B13622F2B44E}" type="pres">
      <dgm:prSet presAssocID="{5C5AB09F-8DD3-47A0-B816-1B8E7DB4FF7D}" presName="text" presStyleLbl="node1" presStyleIdx="0" presStyleCnt="1" custScaleX="207857">
        <dgm:presLayoutVars>
          <dgm:bulletEnabled val="1"/>
        </dgm:presLayoutVars>
      </dgm:prSet>
      <dgm:spPr/>
    </dgm:pt>
  </dgm:ptLst>
  <dgm:cxnLst>
    <dgm:cxn modelId="{C464565B-B0CB-423D-8644-EA72E840BCEC}" type="presOf" srcId="{A8C3DBB6-08E3-4215-98E7-7A121857FD86}" destId="{F2791990-9CD0-445D-B9EA-4F248EAF1AB1}" srcOrd="0" destOrd="0" presId="urn:diagrams.loki3.com/VaryingWidthList"/>
    <dgm:cxn modelId="{72BAFC95-EB4D-450E-9370-07B51BD41DA1}" type="presOf" srcId="{5C5AB09F-8DD3-47A0-B816-1B8E7DB4FF7D}" destId="{EDFEFF55-B7F2-4EEA-AACA-B13622F2B44E}" srcOrd="0" destOrd="0" presId="urn:diagrams.loki3.com/VaryingWidthList"/>
    <dgm:cxn modelId="{4396C99D-7B08-42A1-9D13-A302A5EDADC9}" srcId="{A8C3DBB6-08E3-4215-98E7-7A121857FD86}" destId="{5C5AB09F-8DD3-47A0-B816-1B8E7DB4FF7D}" srcOrd="0" destOrd="0" parTransId="{AEC03FE1-0C0C-47EF-BD67-19DECCF7CA8E}" sibTransId="{1DAC19A5-4CD3-4C4D-9FE5-8431A9EDB6E7}"/>
    <dgm:cxn modelId="{0D0FC7B3-777B-4288-9EAA-D08698E0DA20}" type="presParOf" srcId="{F2791990-9CD0-445D-B9EA-4F248EAF1AB1}" destId="{EDFEFF55-B7F2-4EEA-AACA-B13622F2B44E}" srcOrd="0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8C3DBB6-08E3-4215-98E7-7A121857FD86}" type="doc">
      <dgm:prSet loTypeId="urn:diagrams.loki3.com/VaryingWidth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5C5AB09F-8DD3-47A0-B816-1B8E7DB4FF7D}">
      <dgm:prSet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CA" sz="9600" dirty="0"/>
            <a:t>5022 – BAC/BAX</a:t>
          </a:r>
        </a:p>
      </dgm:t>
    </dgm:pt>
    <dgm:pt modelId="{AEC03FE1-0C0C-47EF-BD67-19DECCF7CA8E}" type="parTrans" cxnId="{4396C99D-7B08-42A1-9D13-A302A5EDADC9}">
      <dgm:prSet/>
      <dgm:spPr/>
      <dgm:t>
        <a:bodyPr/>
        <a:lstStyle/>
        <a:p>
          <a:endParaRPr lang="en-CA"/>
        </a:p>
      </dgm:t>
    </dgm:pt>
    <dgm:pt modelId="{1DAC19A5-4CD3-4C4D-9FE5-8431A9EDB6E7}" type="sibTrans" cxnId="{4396C99D-7B08-42A1-9D13-A302A5EDADC9}">
      <dgm:prSet/>
      <dgm:spPr/>
      <dgm:t>
        <a:bodyPr/>
        <a:lstStyle/>
        <a:p>
          <a:endParaRPr lang="en-CA"/>
        </a:p>
      </dgm:t>
    </dgm:pt>
    <dgm:pt modelId="{F2791990-9CD0-445D-B9EA-4F248EAF1AB1}" type="pres">
      <dgm:prSet presAssocID="{A8C3DBB6-08E3-4215-98E7-7A121857FD86}" presName="Name0" presStyleCnt="0">
        <dgm:presLayoutVars>
          <dgm:resizeHandles/>
        </dgm:presLayoutVars>
      </dgm:prSet>
      <dgm:spPr/>
    </dgm:pt>
    <dgm:pt modelId="{EDFEFF55-B7F2-4EEA-AACA-B13622F2B44E}" type="pres">
      <dgm:prSet presAssocID="{5C5AB09F-8DD3-47A0-B816-1B8E7DB4FF7D}" presName="text" presStyleLbl="node1" presStyleIdx="0" presStyleCnt="1" custScaleX="207857">
        <dgm:presLayoutVars>
          <dgm:bulletEnabled val="1"/>
        </dgm:presLayoutVars>
      </dgm:prSet>
      <dgm:spPr/>
    </dgm:pt>
  </dgm:ptLst>
  <dgm:cxnLst>
    <dgm:cxn modelId="{C464565B-B0CB-423D-8644-EA72E840BCEC}" type="presOf" srcId="{A8C3DBB6-08E3-4215-98E7-7A121857FD86}" destId="{F2791990-9CD0-445D-B9EA-4F248EAF1AB1}" srcOrd="0" destOrd="0" presId="urn:diagrams.loki3.com/VaryingWidthList"/>
    <dgm:cxn modelId="{72BAFC95-EB4D-450E-9370-07B51BD41DA1}" type="presOf" srcId="{5C5AB09F-8DD3-47A0-B816-1B8E7DB4FF7D}" destId="{EDFEFF55-B7F2-4EEA-AACA-B13622F2B44E}" srcOrd="0" destOrd="0" presId="urn:diagrams.loki3.com/VaryingWidthList"/>
    <dgm:cxn modelId="{4396C99D-7B08-42A1-9D13-A302A5EDADC9}" srcId="{A8C3DBB6-08E3-4215-98E7-7A121857FD86}" destId="{5C5AB09F-8DD3-47A0-B816-1B8E7DB4FF7D}" srcOrd="0" destOrd="0" parTransId="{AEC03FE1-0C0C-47EF-BD67-19DECCF7CA8E}" sibTransId="{1DAC19A5-4CD3-4C4D-9FE5-8431A9EDB6E7}"/>
    <dgm:cxn modelId="{0D0FC7B3-777B-4288-9EAA-D08698E0DA20}" type="presParOf" srcId="{F2791990-9CD0-445D-B9EA-4F248EAF1AB1}" destId="{EDFEFF55-B7F2-4EEA-AACA-B13622F2B44E}" srcOrd="0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8C3DBB6-08E3-4215-98E7-7A121857FD86}" type="doc">
      <dgm:prSet loTypeId="urn:diagrams.loki3.com/VaryingWidth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5C5AB09F-8DD3-47A0-B816-1B8E7DB4FF7D}">
      <dgm:prSet custT="1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CA" sz="9600" dirty="0">
              <a:solidFill>
                <a:schemeClr val="tx1"/>
              </a:solidFill>
            </a:rPr>
            <a:t>937 – One Yonge</a:t>
          </a:r>
        </a:p>
      </dgm:t>
    </dgm:pt>
    <dgm:pt modelId="{AEC03FE1-0C0C-47EF-BD67-19DECCF7CA8E}" type="parTrans" cxnId="{4396C99D-7B08-42A1-9D13-A302A5EDADC9}">
      <dgm:prSet/>
      <dgm:spPr/>
      <dgm:t>
        <a:bodyPr/>
        <a:lstStyle/>
        <a:p>
          <a:endParaRPr lang="en-CA"/>
        </a:p>
      </dgm:t>
    </dgm:pt>
    <dgm:pt modelId="{1DAC19A5-4CD3-4C4D-9FE5-8431A9EDB6E7}" type="sibTrans" cxnId="{4396C99D-7B08-42A1-9D13-A302A5EDADC9}">
      <dgm:prSet/>
      <dgm:spPr/>
      <dgm:t>
        <a:bodyPr/>
        <a:lstStyle/>
        <a:p>
          <a:endParaRPr lang="en-CA"/>
        </a:p>
      </dgm:t>
    </dgm:pt>
    <dgm:pt modelId="{F2791990-9CD0-445D-B9EA-4F248EAF1AB1}" type="pres">
      <dgm:prSet presAssocID="{A8C3DBB6-08E3-4215-98E7-7A121857FD86}" presName="Name0" presStyleCnt="0">
        <dgm:presLayoutVars>
          <dgm:resizeHandles/>
        </dgm:presLayoutVars>
      </dgm:prSet>
      <dgm:spPr/>
    </dgm:pt>
    <dgm:pt modelId="{EDFEFF55-B7F2-4EEA-AACA-B13622F2B44E}" type="pres">
      <dgm:prSet presAssocID="{5C5AB09F-8DD3-47A0-B816-1B8E7DB4FF7D}" presName="text" presStyleLbl="node1" presStyleIdx="0" presStyleCnt="1" custScaleX="207857">
        <dgm:presLayoutVars>
          <dgm:bulletEnabled val="1"/>
        </dgm:presLayoutVars>
      </dgm:prSet>
      <dgm:spPr/>
    </dgm:pt>
  </dgm:ptLst>
  <dgm:cxnLst>
    <dgm:cxn modelId="{C464565B-B0CB-423D-8644-EA72E840BCEC}" type="presOf" srcId="{A8C3DBB6-08E3-4215-98E7-7A121857FD86}" destId="{F2791990-9CD0-445D-B9EA-4F248EAF1AB1}" srcOrd="0" destOrd="0" presId="urn:diagrams.loki3.com/VaryingWidthList"/>
    <dgm:cxn modelId="{72BAFC95-EB4D-450E-9370-07B51BD41DA1}" type="presOf" srcId="{5C5AB09F-8DD3-47A0-B816-1B8E7DB4FF7D}" destId="{EDFEFF55-B7F2-4EEA-AACA-B13622F2B44E}" srcOrd="0" destOrd="0" presId="urn:diagrams.loki3.com/VaryingWidthList"/>
    <dgm:cxn modelId="{4396C99D-7B08-42A1-9D13-A302A5EDADC9}" srcId="{A8C3DBB6-08E3-4215-98E7-7A121857FD86}" destId="{5C5AB09F-8DD3-47A0-B816-1B8E7DB4FF7D}" srcOrd="0" destOrd="0" parTransId="{AEC03FE1-0C0C-47EF-BD67-19DECCF7CA8E}" sibTransId="{1DAC19A5-4CD3-4C4D-9FE5-8431A9EDB6E7}"/>
    <dgm:cxn modelId="{0D0FC7B3-777B-4288-9EAA-D08698E0DA20}" type="presParOf" srcId="{F2791990-9CD0-445D-B9EA-4F248EAF1AB1}" destId="{EDFEFF55-B7F2-4EEA-AACA-B13622F2B44E}" srcOrd="0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8C3DBB6-08E3-4215-98E7-7A121857FD86}" type="doc">
      <dgm:prSet loTypeId="urn:diagrams.loki3.com/VaryingWidth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5C5AB09F-8DD3-47A0-B816-1B8E7DB4FF7D}">
      <dgm:prSet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CA" sz="9600" dirty="0">
              <a:solidFill>
                <a:schemeClr val="tx1"/>
              </a:solidFill>
            </a:rPr>
            <a:t>5033 – GRO/GRY</a:t>
          </a:r>
        </a:p>
      </dgm:t>
    </dgm:pt>
    <dgm:pt modelId="{AEC03FE1-0C0C-47EF-BD67-19DECCF7CA8E}" type="parTrans" cxnId="{4396C99D-7B08-42A1-9D13-A302A5EDADC9}">
      <dgm:prSet/>
      <dgm:spPr/>
      <dgm:t>
        <a:bodyPr/>
        <a:lstStyle/>
        <a:p>
          <a:endParaRPr lang="en-CA"/>
        </a:p>
      </dgm:t>
    </dgm:pt>
    <dgm:pt modelId="{1DAC19A5-4CD3-4C4D-9FE5-8431A9EDB6E7}" type="sibTrans" cxnId="{4396C99D-7B08-42A1-9D13-A302A5EDADC9}">
      <dgm:prSet/>
      <dgm:spPr/>
      <dgm:t>
        <a:bodyPr/>
        <a:lstStyle/>
        <a:p>
          <a:endParaRPr lang="en-CA"/>
        </a:p>
      </dgm:t>
    </dgm:pt>
    <dgm:pt modelId="{F2791990-9CD0-445D-B9EA-4F248EAF1AB1}" type="pres">
      <dgm:prSet presAssocID="{A8C3DBB6-08E3-4215-98E7-7A121857FD86}" presName="Name0" presStyleCnt="0">
        <dgm:presLayoutVars>
          <dgm:resizeHandles/>
        </dgm:presLayoutVars>
      </dgm:prSet>
      <dgm:spPr/>
    </dgm:pt>
    <dgm:pt modelId="{EDFEFF55-B7F2-4EEA-AACA-B13622F2B44E}" type="pres">
      <dgm:prSet presAssocID="{5C5AB09F-8DD3-47A0-B816-1B8E7DB4FF7D}" presName="text" presStyleLbl="node1" presStyleIdx="0" presStyleCnt="1" custScaleX="207857">
        <dgm:presLayoutVars>
          <dgm:bulletEnabled val="1"/>
        </dgm:presLayoutVars>
      </dgm:prSet>
      <dgm:spPr/>
    </dgm:pt>
  </dgm:ptLst>
  <dgm:cxnLst>
    <dgm:cxn modelId="{C464565B-B0CB-423D-8644-EA72E840BCEC}" type="presOf" srcId="{A8C3DBB6-08E3-4215-98E7-7A121857FD86}" destId="{F2791990-9CD0-445D-B9EA-4F248EAF1AB1}" srcOrd="0" destOrd="0" presId="urn:diagrams.loki3.com/VaryingWidthList"/>
    <dgm:cxn modelId="{72BAFC95-EB4D-450E-9370-07B51BD41DA1}" type="presOf" srcId="{5C5AB09F-8DD3-47A0-B816-1B8E7DB4FF7D}" destId="{EDFEFF55-B7F2-4EEA-AACA-B13622F2B44E}" srcOrd="0" destOrd="0" presId="urn:diagrams.loki3.com/VaryingWidthList"/>
    <dgm:cxn modelId="{4396C99D-7B08-42A1-9D13-A302A5EDADC9}" srcId="{A8C3DBB6-08E3-4215-98E7-7A121857FD86}" destId="{5C5AB09F-8DD3-47A0-B816-1B8E7DB4FF7D}" srcOrd="0" destOrd="0" parTransId="{AEC03FE1-0C0C-47EF-BD67-19DECCF7CA8E}" sibTransId="{1DAC19A5-4CD3-4C4D-9FE5-8431A9EDB6E7}"/>
    <dgm:cxn modelId="{0D0FC7B3-777B-4288-9EAA-D08698E0DA20}" type="presParOf" srcId="{F2791990-9CD0-445D-B9EA-4F248EAF1AB1}" destId="{EDFEFF55-B7F2-4EEA-AACA-B13622F2B44E}" srcOrd="0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8C3DBB6-08E3-4215-98E7-7A121857FD86}" type="doc">
      <dgm:prSet loTypeId="urn:microsoft.com/office/officeart/2008/layout/VerticalAccent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5C5AB09F-8DD3-47A0-B816-1B8E7DB4FF7D}">
      <dgm:prSet custT="1"/>
      <dgm:spPr/>
      <dgm:t>
        <a:bodyPr/>
        <a:lstStyle/>
        <a:p>
          <a:pPr algn="ctr"/>
          <a:r>
            <a:rPr lang="en-CA" sz="9600" dirty="0"/>
            <a:t>1086 - Stella 2</a:t>
          </a:r>
          <a:endParaRPr lang="en-CA" sz="8800" dirty="0"/>
        </a:p>
      </dgm:t>
    </dgm:pt>
    <dgm:pt modelId="{AEC03FE1-0C0C-47EF-BD67-19DECCF7CA8E}" type="parTrans" cxnId="{4396C99D-7B08-42A1-9D13-A302A5EDADC9}">
      <dgm:prSet/>
      <dgm:spPr/>
      <dgm:t>
        <a:bodyPr/>
        <a:lstStyle/>
        <a:p>
          <a:endParaRPr lang="en-CA"/>
        </a:p>
      </dgm:t>
    </dgm:pt>
    <dgm:pt modelId="{1DAC19A5-4CD3-4C4D-9FE5-8431A9EDB6E7}" type="sibTrans" cxnId="{4396C99D-7B08-42A1-9D13-A302A5EDADC9}">
      <dgm:prSet/>
      <dgm:spPr/>
      <dgm:t>
        <a:bodyPr/>
        <a:lstStyle/>
        <a:p>
          <a:endParaRPr lang="en-CA"/>
        </a:p>
      </dgm:t>
    </dgm:pt>
    <dgm:pt modelId="{B9714D77-E57A-44F3-B506-6C93F0DF3412}" type="pres">
      <dgm:prSet presAssocID="{A8C3DBB6-08E3-4215-98E7-7A121857FD86}" presName="Name0" presStyleCnt="0">
        <dgm:presLayoutVars>
          <dgm:chMax/>
          <dgm:chPref/>
          <dgm:dir/>
        </dgm:presLayoutVars>
      </dgm:prSet>
      <dgm:spPr/>
    </dgm:pt>
    <dgm:pt modelId="{D27AB45E-8224-46A0-81C7-AD974E8F071E}" type="pres">
      <dgm:prSet presAssocID="{5C5AB09F-8DD3-47A0-B816-1B8E7DB4FF7D}" presName="parenttextcomposite" presStyleCnt="0"/>
      <dgm:spPr/>
    </dgm:pt>
    <dgm:pt modelId="{1CD27ABB-1B48-4161-8462-D7C1FD5CF410}" type="pres">
      <dgm:prSet presAssocID="{5C5AB09F-8DD3-47A0-B816-1B8E7DB4FF7D}" presName="parenttext" presStyleLbl="revTx" presStyleIdx="0" presStyleCnt="1" custScaleY="20329">
        <dgm:presLayoutVars>
          <dgm:chMax/>
          <dgm:chPref val="2"/>
          <dgm:bulletEnabled val="1"/>
        </dgm:presLayoutVars>
      </dgm:prSet>
      <dgm:spPr/>
    </dgm:pt>
    <dgm:pt modelId="{6D4C308E-FB7A-4349-A81B-6F33844F2922}" type="pres">
      <dgm:prSet presAssocID="{5C5AB09F-8DD3-47A0-B816-1B8E7DB4FF7D}" presName="parallelogramComposite" presStyleCnt="0"/>
      <dgm:spPr/>
    </dgm:pt>
    <dgm:pt modelId="{A6BA75E0-2E1B-4DF9-8B17-810947340B68}" type="pres">
      <dgm:prSet presAssocID="{5C5AB09F-8DD3-47A0-B816-1B8E7DB4FF7D}" presName="parallelogram1" presStyleLbl="alignNode1" presStyleIdx="0" presStyleCnt="7"/>
      <dgm:spPr>
        <a:solidFill>
          <a:srgbClr val="FFFF00"/>
        </a:solidFill>
      </dgm:spPr>
    </dgm:pt>
    <dgm:pt modelId="{645E8001-6502-4F64-AF45-E012A3D00B5B}" type="pres">
      <dgm:prSet presAssocID="{5C5AB09F-8DD3-47A0-B816-1B8E7DB4FF7D}" presName="parallelogram2" presStyleLbl="alignNode1" presStyleIdx="1" presStyleCnt="7" custLinFactNeighborX="-2502" custLinFactNeighborY="3773"/>
      <dgm:spPr>
        <a:solidFill>
          <a:srgbClr val="FFFF00"/>
        </a:solidFill>
      </dgm:spPr>
    </dgm:pt>
    <dgm:pt modelId="{8CA29FE2-0913-48D1-8392-AC48909B59E9}" type="pres">
      <dgm:prSet presAssocID="{5C5AB09F-8DD3-47A0-B816-1B8E7DB4FF7D}" presName="parallelogram3" presStyleLbl="alignNode1" presStyleIdx="2" presStyleCnt="7" custLinFactNeighborX="-2502" custLinFactNeighborY="3773"/>
      <dgm:spPr>
        <a:solidFill>
          <a:srgbClr val="FFFF00"/>
        </a:solidFill>
      </dgm:spPr>
    </dgm:pt>
    <dgm:pt modelId="{23907D12-2E0C-4F97-8436-5162E78C2DF1}" type="pres">
      <dgm:prSet presAssocID="{5C5AB09F-8DD3-47A0-B816-1B8E7DB4FF7D}" presName="parallelogram4" presStyleLbl="alignNode1" presStyleIdx="3" presStyleCnt="7" custLinFactNeighborX="-2502" custLinFactNeighborY="3773"/>
      <dgm:spPr>
        <a:solidFill>
          <a:srgbClr val="FFFF00"/>
        </a:solidFill>
      </dgm:spPr>
    </dgm:pt>
    <dgm:pt modelId="{03F4E84D-605A-4E6C-87FF-62285F44C3A9}" type="pres">
      <dgm:prSet presAssocID="{5C5AB09F-8DD3-47A0-B816-1B8E7DB4FF7D}" presName="parallelogram5" presStyleLbl="alignNode1" presStyleIdx="4" presStyleCnt="7" custLinFactNeighborX="-2502" custLinFactNeighborY="3773"/>
      <dgm:spPr>
        <a:solidFill>
          <a:srgbClr val="FFFF00"/>
        </a:solidFill>
      </dgm:spPr>
    </dgm:pt>
    <dgm:pt modelId="{468ED99D-D6D4-4DEA-862D-5F29FA30D9E7}" type="pres">
      <dgm:prSet presAssocID="{5C5AB09F-8DD3-47A0-B816-1B8E7DB4FF7D}" presName="parallelogram6" presStyleLbl="alignNode1" presStyleIdx="5" presStyleCnt="7" custLinFactNeighborX="-2502" custLinFactNeighborY="3773"/>
      <dgm:spPr>
        <a:solidFill>
          <a:srgbClr val="FFFF00"/>
        </a:solidFill>
      </dgm:spPr>
    </dgm:pt>
    <dgm:pt modelId="{2D0AFA68-9300-4829-B943-840CA90F1CBC}" type="pres">
      <dgm:prSet presAssocID="{5C5AB09F-8DD3-47A0-B816-1B8E7DB4FF7D}" presName="parallelogram7" presStyleLbl="alignNode1" presStyleIdx="6" presStyleCnt="7" custLinFactNeighborX="-2502" custLinFactNeighborY="3773"/>
      <dgm:spPr>
        <a:solidFill>
          <a:srgbClr val="FFFF00"/>
        </a:solidFill>
      </dgm:spPr>
    </dgm:pt>
  </dgm:ptLst>
  <dgm:cxnLst>
    <dgm:cxn modelId="{07DA8C79-C1C7-4160-8A12-58953C1D1993}" type="presOf" srcId="{5C5AB09F-8DD3-47A0-B816-1B8E7DB4FF7D}" destId="{1CD27ABB-1B48-4161-8462-D7C1FD5CF410}" srcOrd="0" destOrd="0" presId="urn:microsoft.com/office/officeart/2008/layout/VerticalAccentList"/>
    <dgm:cxn modelId="{ECF56089-0975-4E74-9B61-9D51939E6801}" type="presOf" srcId="{A8C3DBB6-08E3-4215-98E7-7A121857FD86}" destId="{B9714D77-E57A-44F3-B506-6C93F0DF3412}" srcOrd="0" destOrd="0" presId="urn:microsoft.com/office/officeart/2008/layout/VerticalAccentList"/>
    <dgm:cxn modelId="{4396C99D-7B08-42A1-9D13-A302A5EDADC9}" srcId="{A8C3DBB6-08E3-4215-98E7-7A121857FD86}" destId="{5C5AB09F-8DD3-47A0-B816-1B8E7DB4FF7D}" srcOrd="0" destOrd="0" parTransId="{AEC03FE1-0C0C-47EF-BD67-19DECCF7CA8E}" sibTransId="{1DAC19A5-4CD3-4C4D-9FE5-8431A9EDB6E7}"/>
    <dgm:cxn modelId="{EF490C94-5A0A-4F0C-B48E-94E4878BFF14}" type="presParOf" srcId="{B9714D77-E57A-44F3-B506-6C93F0DF3412}" destId="{D27AB45E-8224-46A0-81C7-AD974E8F071E}" srcOrd="0" destOrd="0" presId="urn:microsoft.com/office/officeart/2008/layout/VerticalAccentList"/>
    <dgm:cxn modelId="{55D5F483-36F6-4E24-9D23-DC2638D16E30}" type="presParOf" srcId="{D27AB45E-8224-46A0-81C7-AD974E8F071E}" destId="{1CD27ABB-1B48-4161-8462-D7C1FD5CF410}" srcOrd="0" destOrd="0" presId="urn:microsoft.com/office/officeart/2008/layout/VerticalAccentList"/>
    <dgm:cxn modelId="{3B6984F1-CB70-4242-803A-1FA568F86A7C}" type="presParOf" srcId="{B9714D77-E57A-44F3-B506-6C93F0DF3412}" destId="{6D4C308E-FB7A-4349-A81B-6F33844F2922}" srcOrd="1" destOrd="0" presId="urn:microsoft.com/office/officeart/2008/layout/VerticalAccentList"/>
    <dgm:cxn modelId="{3EAACBD3-98F1-4A18-9661-117700323ACF}" type="presParOf" srcId="{6D4C308E-FB7A-4349-A81B-6F33844F2922}" destId="{A6BA75E0-2E1B-4DF9-8B17-810947340B68}" srcOrd="0" destOrd="0" presId="urn:microsoft.com/office/officeart/2008/layout/VerticalAccentList"/>
    <dgm:cxn modelId="{C0429DF4-7ADE-4E9E-ACAD-79D07A621530}" type="presParOf" srcId="{6D4C308E-FB7A-4349-A81B-6F33844F2922}" destId="{645E8001-6502-4F64-AF45-E012A3D00B5B}" srcOrd="1" destOrd="0" presId="urn:microsoft.com/office/officeart/2008/layout/VerticalAccentList"/>
    <dgm:cxn modelId="{175746C7-725B-4414-B26A-87DA3A53F693}" type="presParOf" srcId="{6D4C308E-FB7A-4349-A81B-6F33844F2922}" destId="{8CA29FE2-0913-48D1-8392-AC48909B59E9}" srcOrd="2" destOrd="0" presId="urn:microsoft.com/office/officeart/2008/layout/VerticalAccentList"/>
    <dgm:cxn modelId="{F36EA527-8446-4CD6-B108-3DB1901E9B72}" type="presParOf" srcId="{6D4C308E-FB7A-4349-A81B-6F33844F2922}" destId="{23907D12-2E0C-4F97-8436-5162E78C2DF1}" srcOrd="3" destOrd="0" presId="urn:microsoft.com/office/officeart/2008/layout/VerticalAccentList"/>
    <dgm:cxn modelId="{BA6A81A1-D16C-410B-91D0-4B3B968D823D}" type="presParOf" srcId="{6D4C308E-FB7A-4349-A81B-6F33844F2922}" destId="{03F4E84D-605A-4E6C-87FF-62285F44C3A9}" srcOrd="4" destOrd="0" presId="urn:microsoft.com/office/officeart/2008/layout/VerticalAccentList"/>
    <dgm:cxn modelId="{A78C42AF-A58C-4BE0-BD7C-9D9BFAB0DB62}" type="presParOf" srcId="{6D4C308E-FB7A-4349-A81B-6F33844F2922}" destId="{468ED99D-D6D4-4DEA-862D-5F29FA30D9E7}" srcOrd="5" destOrd="0" presId="urn:microsoft.com/office/officeart/2008/layout/VerticalAccentList"/>
    <dgm:cxn modelId="{ECF1A979-A309-40A5-AB59-CCA2747BF7A4}" type="presParOf" srcId="{6D4C308E-FB7A-4349-A81B-6F33844F2922}" destId="{2D0AFA68-9300-4829-B943-840CA90F1CBC}" srcOrd="6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8C3DBB6-08E3-4215-98E7-7A121857FD86}" type="doc">
      <dgm:prSet loTypeId="urn:microsoft.com/office/officeart/2005/8/layout/target3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5C5AB09F-8DD3-47A0-B816-1B8E7DB4FF7D}">
      <dgm:prSet custT="1"/>
      <dgm:spPr/>
      <dgm:t>
        <a:bodyPr/>
        <a:lstStyle/>
        <a:p>
          <a:pPr algn="ctr"/>
          <a:r>
            <a:rPr lang="en-CA" sz="9600" dirty="0"/>
            <a:t>5022 – BAC/BAX</a:t>
          </a:r>
          <a:endParaRPr lang="en-CA" sz="8800" dirty="0"/>
        </a:p>
      </dgm:t>
    </dgm:pt>
    <dgm:pt modelId="{AEC03FE1-0C0C-47EF-BD67-19DECCF7CA8E}" type="parTrans" cxnId="{4396C99D-7B08-42A1-9D13-A302A5EDADC9}">
      <dgm:prSet/>
      <dgm:spPr/>
      <dgm:t>
        <a:bodyPr/>
        <a:lstStyle/>
        <a:p>
          <a:endParaRPr lang="en-CA"/>
        </a:p>
      </dgm:t>
    </dgm:pt>
    <dgm:pt modelId="{1DAC19A5-4CD3-4C4D-9FE5-8431A9EDB6E7}" type="sibTrans" cxnId="{4396C99D-7B08-42A1-9D13-A302A5EDADC9}">
      <dgm:prSet/>
      <dgm:spPr/>
      <dgm:t>
        <a:bodyPr/>
        <a:lstStyle/>
        <a:p>
          <a:endParaRPr lang="en-CA"/>
        </a:p>
      </dgm:t>
    </dgm:pt>
    <dgm:pt modelId="{734085F6-012B-43CC-859D-DC0F5E3D890E}" type="pres">
      <dgm:prSet presAssocID="{A8C3DBB6-08E3-4215-98E7-7A121857FD86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0C2C9DC4-5836-456E-A256-D73F42B1D8B1}" type="pres">
      <dgm:prSet presAssocID="{5C5AB09F-8DD3-47A0-B816-1B8E7DB4FF7D}" presName="circle1" presStyleLbl="node1" presStyleIdx="0" presStyleCnt="1"/>
      <dgm:spPr>
        <a:solidFill>
          <a:schemeClr val="accent4">
            <a:lumMod val="75000"/>
          </a:schemeClr>
        </a:solidFill>
      </dgm:spPr>
    </dgm:pt>
    <dgm:pt modelId="{E660D455-F27D-4777-8EDB-6826BDF2A117}" type="pres">
      <dgm:prSet presAssocID="{5C5AB09F-8DD3-47A0-B816-1B8E7DB4FF7D}" presName="space" presStyleCnt="0"/>
      <dgm:spPr/>
    </dgm:pt>
    <dgm:pt modelId="{3A20C1E2-A7B9-4B8A-B305-AE9999E8CAF3}" type="pres">
      <dgm:prSet presAssocID="{5C5AB09F-8DD3-47A0-B816-1B8E7DB4FF7D}" presName="rect1" presStyleLbl="alignAcc1" presStyleIdx="0" presStyleCnt="1" custScaleX="100000"/>
      <dgm:spPr/>
    </dgm:pt>
    <dgm:pt modelId="{D4ACA510-E422-40A6-8CEC-035A81DB4F72}" type="pres">
      <dgm:prSet presAssocID="{5C5AB09F-8DD3-47A0-B816-1B8E7DB4FF7D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BEAFF83F-E8AC-425D-9FB0-0D758FEDB3B7}" type="presOf" srcId="{5C5AB09F-8DD3-47A0-B816-1B8E7DB4FF7D}" destId="{3A20C1E2-A7B9-4B8A-B305-AE9999E8CAF3}" srcOrd="0" destOrd="0" presId="urn:microsoft.com/office/officeart/2005/8/layout/target3"/>
    <dgm:cxn modelId="{4396C99D-7B08-42A1-9D13-A302A5EDADC9}" srcId="{A8C3DBB6-08E3-4215-98E7-7A121857FD86}" destId="{5C5AB09F-8DD3-47A0-B816-1B8E7DB4FF7D}" srcOrd="0" destOrd="0" parTransId="{AEC03FE1-0C0C-47EF-BD67-19DECCF7CA8E}" sibTransId="{1DAC19A5-4CD3-4C4D-9FE5-8431A9EDB6E7}"/>
    <dgm:cxn modelId="{B8DB46AF-B00A-4F15-91C7-5D14F5D0B115}" type="presOf" srcId="{A8C3DBB6-08E3-4215-98E7-7A121857FD86}" destId="{734085F6-012B-43CC-859D-DC0F5E3D890E}" srcOrd="0" destOrd="0" presId="urn:microsoft.com/office/officeart/2005/8/layout/target3"/>
    <dgm:cxn modelId="{186095F2-1CBF-40BD-9645-E90E77D8CAE5}" type="presOf" srcId="{5C5AB09F-8DD3-47A0-B816-1B8E7DB4FF7D}" destId="{D4ACA510-E422-40A6-8CEC-035A81DB4F72}" srcOrd="1" destOrd="0" presId="urn:microsoft.com/office/officeart/2005/8/layout/target3"/>
    <dgm:cxn modelId="{3B67E40E-2D67-43CF-8FC2-02765BBFBCFD}" type="presParOf" srcId="{734085F6-012B-43CC-859D-DC0F5E3D890E}" destId="{0C2C9DC4-5836-456E-A256-D73F42B1D8B1}" srcOrd="0" destOrd="0" presId="urn:microsoft.com/office/officeart/2005/8/layout/target3"/>
    <dgm:cxn modelId="{71602467-F7E7-4F85-8E32-18F6A8CB022E}" type="presParOf" srcId="{734085F6-012B-43CC-859D-DC0F5E3D890E}" destId="{E660D455-F27D-4777-8EDB-6826BDF2A117}" srcOrd="1" destOrd="0" presId="urn:microsoft.com/office/officeart/2005/8/layout/target3"/>
    <dgm:cxn modelId="{1534C599-F517-4F1C-B5A3-37E86623DBB7}" type="presParOf" srcId="{734085F6-012B-43CC-859D-DC0F5E3D890E}" destId="{3A20C1E2-A7B9-4B8A-B305-AE9999E8CAF3}" srcOrd="2" destOrd="0" presId="urn:microsoft.com/office/officeart/2005/8/layout/target3"/>
    <dgm:cxn modelId="{2EA60B11-25C9-474B-8077-4E813B2BEC13}" type="presParOf" srcId="{734085F6-012B-43CC-859D-DC0F5E3D890E}" destId="{D4ACA510-E422-40A6-8CEC-035A81DB4F72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FEFF55-B7F2-4EEA-AACA-B13622F2B44E}">
      <dsp:nvSpPr>
        <dsp:cNvPr id="0" name=""/>
        <dsp:cNvSpPr/>
      </dsp:nvSpPr>
      <dsp:spPr>
        <a:xfrm>
          <a:off x="0" y="1165"/>
          <a:ext cx="9144000" cy="23852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3840" tIns="243840" rIns="243840" bIns="243840" numCol="1" spcCol="1270" anchor="ctr" anchorCtr="0">
          <a:noAutofit/>
        </a:bodyPr>
        <a:lstStyle/>
        <a:p>
          <a:pPr marL="0" lvl="0" indent="0" algn="ctr" defTabSz="4267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600" kern="1200" dirty="0"/>
            <a:t>996 - Notting Hill</a:t>
          </a:r>
        </a:p>
      </dsp:txBody>
      <dsp:txXfrm>
        <a:off x="0" y="1165"/>
        <a:ext cx="9144000" cy="23852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FEFF55-B7F2-4EEA-AACA-B13622F2B44E}">
      <dsp:nvSpPr>
        <dsp:cNvPr id="0" name=""/>
        <dsp:cNvSpPr/>
      </dsp:nvSpPr>
      <dsp:spPr>
        <a:xfrm>
          <a:off x="0" y="1165"/>
          <a:ext cx="9144000" cy="2385268"/>
        </a:xfrm>
        <a:prstGeom prst="rect">
          <a:avLst/>
        </a:prstGeom>
        <a:solidFill>
          <a:schemeClr val="bg1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3840" tIns="243840" rIns="243840" bIns="243840" numCol="1" spcCol="1270" anchor="ctr" anchorCtr="0">
          <a:noAutofit/>
        </a:bodyPr>
        <a:lstStyle/>
        <a:p>
          <a:pPr marL="0" lvl="0" indent="0" algn="ctr" defTabSz="4267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600" kern="1200" dirty="0"/>
            <a:t>1086 - Stella 2</a:t>
          </a:r>
        </a:p>
      </dsp:txBody>
      <dsp:txXfrm>
        <a:off x="0" y="1165"/>
        <a:ext cx="9144000" cy="23852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FEFF55-B7F2-4EEA-AACA-B13622F2B44E}">
      <dsp:nvSpPr>
        <dsp:cNvPr id="0" name=""/>
        <dsp:cNvSpPr/>
      </dsp:nvSpPr>
      <dsp:spPr>
        <a:xfrm>
          <a:off x="0" y="1165"/>
          <a:ext cx="9144000" cy="2385268"/>
        </a:xfrm>
        <a:prstGeom prst="rect">
          <a:avLst/>
        </a:prstGeom>
        <a:solidFill>
          <a:schemeClr val="accent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3840" tIns="243840" rIns="243840" bIns="243840" numCol="1" spcCol="1270" anchor="ctr" anchorCtr="0">
          <a:noAutofit/>
        </a:bodyPr>
        <a:lstStyle/>
        <a:p>
          <a:pPr marL="0" lvl="0" indent="0" algn="ctr" defTabSz="4267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600" kern="1200" dirty="0"/>
            <a:t>5022 – BAC/BAX</a:t>
          </a:r>
        </a:p>
      </dsp:txBody>
      <dsp:txXfrm>
        <a:off x="0" y="1165"/>
        <a:ext cx="9144000" cy="23852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FEFF55-B7F2-4EEA-AACA-B13622F2B44E}">
      <dsp:nvSpPr>
        <dsp:cNvPr id="0" name=""/>
        <dsp:cNvSpPr/>
      </dsp:nvSpPr>
      <dsp:spPr>
        <a:xfrm>
          <a:off x="0" y="1165"/>
          <a:ext cx="9144000" cy="2385268"/>
        </a:xfrm>
        <a:prstGeom prst="rect">
          <a:avLst/>
        </a:prstGeom>
        <a:solidFill>
          <a:schemeClr val="accent4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3840" tIns="243840" rIns="243840" bIns="243840" numCol="1" spcCol="1270" anchor="ctr" anchorCtr="0">
          <a:noAutofit/>
        </a:bodyPr>
        <a:lstStyle/>
        <a:p>
          <a:pPr marL="0" lvl="0" indent="0" algn="ctr" defTabSz="4267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600" kern="1200" dirty="0">
              <a:solidFill>
                <a:schemeClr val="tx1"/>
              </a:solidFill>
            </a:rPr>
            <a:t>937 – One Yonge</a:t>
          </a:r>
        </a:p>
      </dsp:txBody>
      <dsp:txXfrm>
        <a:off x="0" y="1165"/>
        <a:ext cx="9144000" cy="23852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FEFF55-B7F2-4EEA-AACA-B13622F2B44E}">
      <dsp:nvSpPr>
        <dsp:cNvPr id="0" name=""/>
        <dsp:cNvSpPr/>
      </dsp:nvSpPr>
      <dsp:spPr>
        <a:xfrm>
          <a:off x="0" y="1165"/>
          <a:ext cx="9144000" cy="2385268"/>
        </a:xfrm>
        <a:prstGeom prst="rect">
          <a:avLst/>
        </a:prstGeom>
        <a:solidFill>
          <a:schemeClr val="accent6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3840" tIns="243840" rIns="243840" bIns="243840" numCol="1" spcCol="1270" anchor="ctr" anchorCtr="0">
          <a:noAutofit/>
        </a:bodyPr>
        <a:lstStyle/>
        <a:p>
          <a:pPr marL="0" lvl="0" indent="0" algn="ctr" defTabSz="4267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600" kern="1200" dirty="0">
              <a:solidFill>
                <a:schemeClr val="tx1"/>
              </a:solidFill>
            </a:rPr>
            <a:t>5033 – GRO/GRY</a:t>
          </a:r>
        </a:p>
      </dsp:txBody>
      <dsp:txXfrm>
        <a:off x="0" y="1165"/>
        <a:ext cx="9144000" cy="238526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D27ABB-1B48-4161-8462-D7C1FD5CF410}">
      <dsp:nvSpPr>
        <dsp:cNvPr id="0" name=""/>
        <dsp:cNvSpPr/>
      </dsp:nvSpPr>
      <dsp:spPr>
        <a:xfrm>
          <a:off x="461218" y="792957"/>
          <a:ext cx="8221563" cy="151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5760" tIns="365760" rIns="365760" bIns="365760" numCol="1" spcCol="1270" anchor="b" anchorCtr="0">
          <a:noAutofit/>
        </a:bodyPr>
        <a:lstStyle/>
        <a:p>
          <a:pPr marL="0" lvl="0" indent="0" algn="ctr" defTabSz="4267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600" kern="1200" dirty="0"/>
            <a:t>1086 - Stella 2</a:t>
          </a:r>
          <a:endParaRPr lang="en-CA" sz="8800" kern="1200" dirty="0"/>
        </a:p>
      </dsp:txBody>
      <dsp:txXfrm>
        <a:off x="461218" y="792957"/>
        <a:ext cx="8221563" cy="151941"/>
      </dsp:txXfrm>
    </dsp:sp>
    <dsp:sp modelId="{A6BA75E0-2E1B-4DF9-8B17-810947340B68}">
      <dsp:nvSpPr>
        <dsp:cNvPr id="0" name=""/>
        <dsp:cNvSpPr/>
      </dsp:nvSpPr>
      <dsp:spPr>
        <a:xfrm>
          <a:off x="461218" y="944899"/>
          <a:ext cx="1096208" cy="182701"/>
        </a:xfrm>
        <a:prstGeom prst="parallelogram">
          <a:avLst>
            <a:gd name="adj" fmla="val 140840"/>
          </a:avLst>
        </a:prstGeom>
        <a:solidFill>
          <a:srgbClr val="FFFF0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45E8001-6502-4F64-AF45-E012A3D00B5B}">
      <dsp:nvSpPr>
        <dsp:cNvPr id="0" name=""/>
        <dsp:cNvSpPr/>
      </dsp:nvSpPr>
      <dsp:spPr>
        <a:xfrm>
          <a:off x="1593945" y="951792"/>
          <a:ext cx="1096208" cy="182701"/>
        </a:xfrm>
        <a:prstGeom prst="parallelogram">
          <a:avLst>
            <a:gd name="adj" fmla="val 140840"/>
          </a:avLst>
        </a:prstGeom>
        <a:solidFill>
          <a:srgbClr val="FFFF0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CA29FE2-0913-48D1-8392-AC48909B59E9}">
      <dsp:nvSpPr>
        <dsp:cNvPr id="0" name=""/>
        <dsp:cNvSpPr/>
      </dsp:nvSpPr>
      <dsp:spPr>
        <a:xfrm>
          <a:off x="2754099" y="951792"/>
          <a:ext cx="1096208" cy="182701"/>
        </a:xfrm>
        <a:prstGeom prst="parallelogram">
          <a:avLst>
            <a:gd name="adj" fmla="val 140840"/>
          </a:avLst>
        </a:prstGeom>
        <a:solidFill>
          <a:srgbClr val="FFFF0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3907D12-2E0C-4F97-8436-5162E78C2DF1}">
      <dsp:nvSpPr>
        <dsp:cNvPr id="0" name=""/>
        <dsp:cNvSpPr/>
      </dsp:nvSpPr>
      <dsp:spPr>
        <a:xfrm>
          <a:off x="3914253" y="951792"/>
          <a:ext cx="1096208" cy="182701"/>
        </a:xfrm>
        <a:prstGeom prst="parallelogram">
          <a:avLst>
            <a:gd name="adj" fmla="val 140840"/>
          </a:avLst>
        </a:prstGeom>
        <a:solidFill>
          <a:srgbClr val="FFFF0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3F4E84D-605A-4E6C-87FF-62285F44C3A9}">
      <dsp:nvSpPr>
        <dsp:cNvPr id="0" name=""/>
        <dsp:cNvSpPr/>
      </dsp:nvSpPr>
      <dsp:spPr>
        <a:xfrm>
          <a:off x="5074406" y="951792"/>
          <a:ext cx="1096208" cy="182701"/>
        </a:xfrm>
        <a:prstGeom prst="parallelogram">
          <a:avLst>
            <a:gd name="adj" fmla="val 140840"/>
          </a:avLst>
        </a:prstGeom>
        <a:solidFill>
          <a:srgbClr val="FFFF0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68ED99D-D6D4-4DEA-862D-5F29FA30D9E7}">
      <dsp:nvSpPr>
        <dsp:cNvPr id="0" name=""/>
        <dsp:cNvSpPr/>
      </dsp:nvSpPr>
      <dsp:spPr>
        <a:xfrm>
          <a:off x="6234560" y="951792"/>
          <a:ext cx="1096208" cy="182701"/>
        </a:xfrm>
        <a:prstGeom prst="parallelogram">
          <a:avLst>
            <a:gd name="adj" fmla="val 140840"/>
          </a:avLst>
        </a:prstGeom>
        <a:solidFill>
          <a:srgbClr val="FFFF0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D0AFA68-9300-4829-B943-840CA90F1CBC}">
      <dsp:nvSpPr>
        <dsp:cNvPr id="0" name=""/>
        <dsp:cNvSpPr/>
      </dsp:nvSpPr>
      <dsp:spPr>
        <a:xfrm>
          <a:off x="7394714" y="951792"/>
          <a:ext cx="1096208" cy="182701"/>
        </a:xfrm>
        <a:prstGeom prst="parallelogram">
          <a:avLst>
            <a:gd name="adj" fmla="val 140840"/>
          </a:avLst>
        </a:prstGeom>
        <a:solidFill>
          <a:srgbClr val="FFFF0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2C9DC4-5836-456E-A256-D73F42B1D8B1}">
      <dsp:nvSpPr>
        <dsp:cNvPr id="0" name=""/>
        <dsp:cNvSpPr/>
      </dsp:nvSpPr>
      <dsp:spPr>
        <a:xfrm>
          <a:off x="0" y="0"/>
          <a:ext cx="1920558" cy="1920558"/>
        </a:xfrm>
        <a:prstGeom prst="pie">
          <a:avLst>
            <a:gd name="adj1" fmla="val 5400000"/>
            <a:gd name="adj2" fmla="val 16200000"/>
          </a:avLst>
        </a:prstGeom>
        <a:solidFill>
          <a:schemeClr val="accent4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A20C1E2-A7B9-4B8A-B305-AE9999E8CAF3}">
      <dsp:nvSpPr>
        <dsp:cNvPr id="0" name=""/>
        <dsp:cNvSpPr/>
      </dsp:nvSpPr>
      <dsp:spPr>
        <a:xfrm>
          <a:off x="960279" y="0"/>
          <a:ext cx="9156033" cy="192055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5760" tIns="365760" rIns="365760" bIns="365760" numCol="1" spcCol="1270" anchor="ctr" anchorCtr="0">
          <a:noAutofit/>
        </a:bodyPr>
        <a:lstStyle/>
        <a:p>
          <a:pPr marL="0" lvl="0" indent="0" algn="ctr" defTabSz="4267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600" kern="1200" dirty="0"/>
            <a:t>5022 – BAC/BAX</a:t>
          </a:r>
          <a:endParaRPr lang="en-CA" sz="8800" kern="1200" dirty="0"/>
        </a:p>
      </dsp:txBody>
      <dsp:txXfrm>
        <a:off x="960279" y="0"/>
        <a:ext cx="9156033" cy="19205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EF9CC-3464-4D93-859E-F4FD1CEC2F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136509-5EA6-4C51-B4E2-B5BB2F9E0D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2A3EC-00F3-45FD-A9EC-D3395E78C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69D3-08C9-4E14-8841-796F8BED425A}" type="datetimeFigureOut">
              <a:rPr lang="en-CA" smtClean="0"/>
              <a:t>2025-05-14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15CBC-C042-470A-9369-5392F8BE2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65024-17F5-413E-B2D3-647F0FAE7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2E875-E5E7-4B6E-9637-8B7CE11E6157}" type="slidenum">
              <a:rPr lang="en-CA" smtClean="0"/>
              <a:t>‹#›</a:t>
            </a:fld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9A5E18-C5C6-4F1D-99B5-45D21800AB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4217" y="0"/>
            <a:ext cx="2158569" cy="49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439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089A5-CE6A-4D20-97E1-A1DAC20E1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A39E3-06E2-4C0A-80D1-6466DA973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8DC63-D1F0-4B00-A9A9-A1C7AD700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69D3-08C9-4E14-8841-796F8BED425A}" type="datetimeFigureOut">
              <a:rPr lang="en-CA" smtClean="0"/>
              <a:t>2025-05-14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BDA8A-E2F2-429F-8DB6-AAAF93493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26E0C-5654-4C74-A37F-89A5A6EC5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2E875-E5E7-4B6E-9637-8B7CE11E61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137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2E8CC-70F8-45FF-A6D1-C6D677EDF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1BF96-B2A8-4D90-BB2C-5F7BEA313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BD62A-2158-4626-AFB9-F60F3B4E9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69D3-08C9-4E14-8841-796F8BED425A}" type="datetimeFigureOut">
              <a:rPr lang="en-CA" smtClean="0"/>
              <a:t>2025-05-14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EB065-B634-4C5F-B0BB-B883AEBDC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C506C-F8BD-4DA2-803B-6BB58D31B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2E875-E5E7-4B6E-9637-8B7CE11E61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270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83FE9-1BC2-498B-9C48-4E42F3A3B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61C0E-BDD6-4555-938C-7384EB9E29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7985E-0E4A-4DBB-B08B-BAA50A924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01C46-3E0F-4901-BA4F-7978D4BF3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69D3-08C9-4E14-8841-796F8BED425A}" type="datetimeFigureOut">
              <a:rPr lang="en-CA" smtClean="0"/>
              <a:t>2025-05-14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B7F18-28E2-45B2-A779-8DD8BF894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0C465E-87B4-4D59-8C4F-D372C5741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2E875-E5E7-4B6E-9637-8B7CE11E61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8141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78A0E-DBE0-4DF1-8E5B-4985DC5D1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1C53C-2A9F-4B61-865A-E1C25CD7C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CFD438-91F6-4591-9164-9BD6145A6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E6CE37-341B-4378-83F5-E48EB54705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BD1CFD-5603-4769-A77F-CD91AA3682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8B49A6-766E-4E81-96A1-D8981C2C6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69D3-08C9-4E14-8841-796F8BED425A}" type="datetimeFigureOut">
              <a:rPr lang="en-CA" smtClean="0"/>
              <a:t>2025-05-14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E945F9-0D44-44CC-8F7E-2FE98E0B6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DB610F-6029-47CC-A86C-77F3A23BF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2E875-E5E7-4B6E-9637-8B7CE11E61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2163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447A7-2BE7-4AAD-8722-D89BA3E02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A2D352-6220-4EE6-9F07-6A77B5B7E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69D3-08C9-4E14-8841-796F8BED425A}" type="datetimeFigureOut">
              <a:rPr lang="en-CA" smtClean="0"/>
              <a:t>2025-05-14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1391E2-9429-47E7-8B2A-FCEA9D883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E03091-9E22-44E2-A842-C177CA3AD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2E875-E5E7-4B6E-9637-8B7CE11E61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8620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0A7F69-1382-4E97-80CD-09F8246E1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69D3-08C9-4E14-8841-796F8BED425A}" type="datetimeFigureOut">
              <a:rPr lang="en-CA" smtClean="0"/>
              <a:t>2025-05-14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F4A31D-56C7-4E2A-B997-9243B0AD3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8E55B-0DD4-4A01-BEA5-299F76B87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2E875-E5E7-4B6E-9637-8B7CE11E61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607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BDFC6-D742-4055-BF2D-4D757C80A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919B3-4B59-47C9-9C6B-25AC4EE8A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1B73C4-99AF-4363-9AB3-724B9ECAF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C89B0D-FE6D-4CF2-B5E7-B5ECB52D8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69D3-08C9-4E14-8841-796F8BED425A}" type="datetimeFigureOut">
              <a:rPr lang="en-CA" smtClean="0"/>
              <a:t>2025-05-14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B8342-1B54-4F36-9679-956480120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E8233-6D0C-4FF2-BE3E-14873AD27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2E875-E5E7-4B6E-9637-8B7CE11E61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684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1E4DF-2FB1-4900-9CFD-D18CF7BE3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1425EF-05D1-4A8F-842E-B458B7D7C0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F36EE8-039F-4915-9F5E-640CD21F41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0AE40-ECA7-470F-885B-209476F8C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69D3-08C9-4E14-8841-796F8BED425A}" type="datetimeFigureOut">
              <a:rPr lang="en-CA" smtClean="0"/>
              <a:t>2025-05-14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1BEE2-9036-4332-B5D0-CC28257F4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46A712-946C-4867-A9DD-6D0ED307A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2E875-E5E7-4B6E-9637-8B7CE11E61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9798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86634-123E-40E3-BFBD-87EFA7B1A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444925-F8E7-4481-A60A-5DA29D0C70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67139-909D-4AF1-9235-623DC645B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69D3-08C9-4E14-8841-796F8BED425A}" type="datetimeFigureOut">
              <a:rPr lang="en-CA" smtClean="0"/>
              <a:t>2025-05-14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26508-1B0D-4354-AD03-90111304E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2CD70-B49E-4759-B0A3-29CEA79DE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2E875-E5E7-4B6E-9637-8B7CE11E61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1994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D3F271-6A35-43AF-96E5-C23325DE35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F7CDC3-F52C-4DC7-A71B-E05DEBA1D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B21BA-FED0-4B88-AB73-FFCD78BC0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69D3-08C9-4E14-8841-796F8BED425A}" type="datetimeFigureOut">
              <a:rPr lang="en-CA" smtClean="0"/>
              <a:t>2025-05-14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4EBBA-681A-4080-8E18-6BCEB5AA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64F4E-37B5-45DC-8A7B-535E3CC5E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2E875-E5E7-4B6E-9637-8B7CE11E61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7668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C422E0-346F-4AF9-95A9-889D276BC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3F7A7-BFEC-4EAD-B0AF-07FDE44AE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674D4-F0CA-4555-B44C-FD65E5EE54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569D3-08C9-4E14-8841-796F8BED425A}" type="datetimeFigureOut">
              <a:rPr lang="en-CA" smtClean="0"/>
              <a:t>2025-05-14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4449D-A2B2-45A4-9C40-D6D328362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0F210-9A82-4892-9093-81E761415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2E875-E5E7-4B6E-9637-8B7CE11E61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4863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256F94A-3C3A-47E1-8E72-84FE358DFB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5439394"/>
              </p:ext>
            </p:extLst>
          </p:nvPr>
        </p:nvGraphicFramePr>
        <p:xfrm>
          <a:off x="1524000" y="1753299"/>
          <a:ext cx="9144000" cy="238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7C09A986-00B9-4925-B2F1-B0D15CA0E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00016"/>
            <a:ext cx="9144000" cy="1920558"/>
          </a:xfrm>
        </p:spPr>
        <p:txBody>
          <a:bodyPr>
            <a:normAutofit/>
          </a:bodyPr>
          <a:lstStyle/>
          <a:p>
            <a:r>
              <a:rPr lang="en-CA" sz="4800" dirty="0"/>
              <a:t>Floor - ______________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663F37-F68A-4F31-87AD-6DD7913E940C}"/>
              </a:ext>
            </a:extLst>
          </p:cNvPr>
          <p:cNvSpPr txBox="1">
            <a:spLocks/>
          </p:cNvSpPr>
          <p:nvPr/>
        </p:nvSpPr>
        <p:spPr>
          <a:xfrm>
            <a:off x="1456944" y="143256"/>
            <a:ext cx="9144000" cy="97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4800" dirty="0"/>
              <a:t>Job Traveller</a:t>
            </a:r>
          </a:p>
        </p:txBody>
      </p:sp>
    </p:spTree>
    <p:extLst>
      <p:ext uri="{BB962C8B-B14F-4D97-AF65-F5344CB8AC3E}">
        <p14:creationId xmlns:p14="http://schemas.microsoft.com/office/powerpoint/2010/main" val="3562173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256F94A-3C3A-47E1-8E72-84FE358DFB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5357716"/>
              </p:ext>
            </p:extLst>
          </p:nvPr>
        </p:nvGraphicFramePr>
        <p:xfrm>
          <a:off x="1524000" y="1753299"/>
          <a:ext cx="9144000" cy="238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7C09A986-00B9-4925-B2F1-B0D15CA0E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00016"/>
            <a:ext cx="9144000" cy="1920558"/>
          </a:xfrm>
        </p:spPr>
        <p:txBody>
          <a:bodyPr>
            <a:normAutofit/>
          </a:bodyPr>
          <a:lstStyle/>
          <a:p>
            <a:r>
              <a:rPr lang="en-CA" sz="4800" dirty="0"/>
              <a:t>Floor - ______________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663F37-F68A-4F31-87AD-6DD7913E940C}"/>
              </a:ext>
            </a:extLst>
          </p:cNvPr>
          <p:cNvSpPr txBox="1">
            <a:spLocks/>
          </p:cNvSpPr>
          <p:nvPr/>
        </p:nvSpPr>
        <p:spPr>
          <a:xfrm>
            <a:off x="1456944" y="143256"/>
            <a:ext cx="9144000" cy="97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4800" dirty="0"/>
              <a:t>Job Traveller</a:t>
            </a:r>
          </a:p>
        </p:txBody>
      </p:sp>
    </p:spTree>
    <p:extLst>
      <p:ext uri="{BB962C8B-B14F-4D97-AF65-F5344CB8AC3E}">
        <p14:creationId xmlns:p14="http://schemas.microsoft.com/office/powerpoint/2010/main" val="1492087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256F94A-3C3A-47E1-8E72-84FE358DFB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4585457"/>
              </p:ext>
            </p:extLst>
          </p:nvPr>
        </p:nvGraphicFramePr>
        <p:xfrm>
          <a:off x="1524000" y="1753299"/>
          <a:ext cx="9144000" cy="238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7C09A986-00B9-4925-B2F1-B0D15CA0E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00016"/>
            <a:ext cx="9144000" cy="1920558"/>
          </a:xfrm>
        </p:spPr>
        <p:txBody>
          <a:bodyPr>
            <a:normAutofit/>
          </a:bodyPr>
          <a:lstStyle/>
          <a:p>
            <a:r>
              <a:rPr lang="en-CA" sz="4800" dirty="0"/>
              <a:t>Floor - ______________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663F37-F68A-4F31-87AD-6DD7913E940C}"/>
              </a:ext>
            </a:extLst>
          </p:cNvPr>
          <p:cNvSpPr txBox="1">
            <a:spLocks/>
          </p:cNvSpPr>
          <p:nvPr/>
        </p:nvSpPr>
        <p:spPr>
          <a:xfrm>
            <a:off x="1456944" y="143256"/>
            <a:ext cx="9144000" cy="97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4800" dirty="0"/>
              <a:t>Job Traveller</a:t>
            </a:r>
          </a:p>
        </p:txBody>
      </p:sp>
    </p:spTree>
    <p:extLst>
      <p:ext uri="{BB962C8B-B14F-4D97-AF65-F5344CB8AC3E}">
        <p14:creationId xmlns:p14="http://schemas.microsoft.com/office/powerpoint/2010/main" val="1280486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256F94A-3C3A-47E1-8E72-84FE358DFB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0019526"/>
              </p:ext>
            </p:extLst>
          </p:nvPr>
        </p:nvGraphicFramePr>
        <p:xfrm>
          <a:off x="1524000" y="1753299"/>
          <a:ext cx="9144000" cy="238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7C09A986-00B9-4925-B2F1-B0D15CA0E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00016"/>
            <a:ext cx="9144000" cy="1920558"/>
          </a:xfrm>
        </p:spPr>
        <p:txBody>
          <a:bodyPr>
            <a:normAutofit/>
          </a:bodyPr>
          <a:lstStyle/>
          <a:p>
            <a:r>
              <a:rPr lang="en-CA" sz="4800" dirty="0"/>
              <a:t>Floor - ______________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663F37-F68A-4F31-87AD-6DD7913E940C}"/>
              </a:ext>
            </a:extLst>
          </p:cNvPr>
          <p:cNvSpPr txBox="1">
            <a:spLocks/>
          </p:cNvSpPr>
          <p:nvPr/>
        </p:nvSpPr>
        <p:spPr>
          <a:xfrm>
            <a:off x="1456944" y="143256"/>
            <a:ext cx="9144000" cy="97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4800" dirty="0"/>
              <a:t>Job Traveller</a:t>
            </a:r>
          </a:p>
        </p:txBody>
      </p:sp>
    </p:spTree>
    <p:extLst>
      <p:ext uri="{BB962C8B-B14F-4D97-AF65-F5344CB8AC3E}">
        <p14:creationId xmlns:p14="http://schemas.microsoft.com/office/powerpoint/2010/main" val="1027111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256F94A-3C3A-47E1-8E72-84FE358DFB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8616018"/>
              </p:ext>
            </p:extLst>
          </p:nvPr>
        </p:nvGraphicFramePr>
        <p:xfrm>
          <a:off x="1524000" y="1753299"/>
          <a:ext cx="9144000" cy="238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7C09A986-00B9-4925-B2F1-B0D15CA0E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00016"/>
            <a:ext cx="9144000" cy="1920558"/>
          </a:xfrm>
        </p:spPr>
        <p:txBody>
          <a:bodyPr>
            <a:normAutofit/>
          </a:bodyPr>
          <a:lstStyle/>
          <a:p>
            <a:r>
              <a:rPr lang="en-CA" sz="4800" dirty="0"/>
              <a:t>Floor - ______________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663F37-F68A-4F31-87AD-6DD7913E940C}"/>
              </a:ext>
            </a:extLst>
          </p:cNvPr>
          <p:cNvSpPr txBox="1">
            <a:spLocks/>
          </p:cNvSpPr>
          <p:nvPr/>
        </p:nvSpPr>
        <p:spPr>
          <a:xfrm>
            <a:off x="1456944" y="143256"/>
            <a:ext cx="9144000" cy="97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4800" dirty="0"/>
              <a:t>Job Traveller</a:t>
            </a:r>
          </a:p>
        </p:txBody>
      </p:sp>
    </p:spTree>
    <p:extLst>
      <p:ext uri="{BB962C8B-B14F-4D97-AF65-F5344CB8AC3E}">
        <p14:creationId xmlns:p14="http://schemas.microsoft.com/office/powerpoint/2010/main" val="2926769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256F94A-3C3A-47E1-8E72-84FE358DFB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7974205"/>
              </p:ext>
            </p:extLst>
          </p:nvPr>
        </p:nvGraphicFramePr>
        <p:xfrm>
          <a:off x="1524000" y="2294507"/>
          <a:ext cx="9144000" cy="19205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7C09A986-00B9-4925-B2F1-B0D15CA0E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73168"/>
            <a:ext cx="9144000" cy="1920558"/>
          </a:xfrm>
        </p:spPr>
        <p:txBody>
          <a:bodyPr>
            <a:normAutofit/>
          </a:bodyPr>
          <a:lstStyle/>
          <a:p>
            <a:r>
              <a:rPr lang="en-CA" sz="4800" dirty="0"/>
              <a:t>Floor - ______________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A5E79AD-4777-4CFF-8424-07DCFD87DD62}"/>
              </a:ext>
            </a:extLst>
          </p:cNvPr>
          <p:cNvSpPr txBox="1">
            <a:spLocks/>
          </p:cNvSpPr>
          <p:nvPr/>
        </p:nvSpPr>
        <p:spPr>
          <a:xfrm>
            <a:off x="1456944" y="143256"/>
            <a:ext cx="9144000" cy="97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4800" dirty="0"/>
              <a:t>Job Traveller</a:t>
            </a:r>
          </a:p>
        </p:txBody>
      </p:sp>
    </p:spTree>
    <p:extLst>
      <p:ext uri="{BB962C8B-B14F-4D97-AF65-F5344CB8AC3E}">
        <p14:creationId xmlns:p14="http://schemas.microsoft.com/office/powerpoint/2010/main" val="3924988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256F94A-3C3A-47E1-8E72-84FE358DFB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0525035"/>
              </p:ext>
            </p:extLst>
          </p:nvPr>
        </p:nvGraphicFramePr>
        <p:xfrm>
          <a:off x="970788" y="1718435"/>
          <a:ext cx="10116312" cy="19205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7C09A986-00B9-4925-B2F1-B0D15CA0E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08576"/>
            <a:ext cx="9144000" cy="1920558"/>
          </a:xfrm>
        </p:spPr>
        <p:txBody>
          <a:bodyPr>
            <a:normAutofit/>
          </a:bodyPr>
          <a:lstStyle/>
          <a:p>
            <a:r>
              <a:rPr lang="en-CA" sz="4800" dirty="0"/>
              <a:t>Floor - ______________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0127897-6B42-4751-BF7E-DD83B4EA7C20}"/>
              </a:ext>
            </a:extLst>
          </p:cNvPr>
          <p:cNvSpPr txBox="1">
            <a:spLocks/>
          </p:cNvSpPr>
          <p:nvPr/>
        </p:nvSpPr>
        <p:spPr>
          <a:xfrm>
            <a:off x="1456944" y="143256"/>
            <a:ext cx="9144000" cy="97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4800" dirty="0"/>
              <a:t>Job Traveller</a:t>
            </a:r>
          </a:p>
        </p:txBody>
      </p:sp>
    </p:spTree>
    <p:extLst>
      <p:ext uri="{BB962C8B-B14F-4D97-AF65-F5344CB8AC3E}">
        <p14:creationId xmlns:p14="http://schemas.microsoft.com/office/powerpoint/2010/main" val="1969655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66</Words>
  <Application>Microsoft Office PowerPoint</Application>
  <PresentationFormat>Widescreen</PresentationFormat>
  <Paragraphs>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Pavan Bandireddy</dc:creator>
  <cp:lastModifiedBy>Pavan Bandireddy</cp:lastModifiedBy>
  <cp:revision>11</cp:revision>
  <cp:lastPrinted>2025-05-13T17:40:28Z</cp:lastPrinted>
  <dcterms:created xsi:type="dcterms:W3CDTF">2025-05-13T16:53:52Z</dcterms:created>
  <dcterms:modified xsi:type="dcterms:W3CDTF">2025-05-14T17:45:02Z</dcterms:modified>
</cp:coreProperties>
</file>